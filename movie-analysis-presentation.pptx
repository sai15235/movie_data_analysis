
<file path=[Content_Types].xml><?xml version="1.0" encoding="utf-8"?>
<Types xmlns="http://schemas.openxmlformats.org/package/2006/content-types">
  <Default Extension="avif" ContentType="image/avif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62" r:id="rId4"/>
    <p:sldId id="256" r:id="rId5"/>
    <p:sldId id="257" r:id="rId6"/>
    <p:sldId id="258" r:id="rId7"/>
    <p:sldId id="259" r:id="rId8"/>
    <p:sldId id="260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CE59-C1D9-80E8-CE0C-4AD0EF1DF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E5E976-A5E8-9D91-9DB3-2B8C3ABFA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33CF4-5937-5DCF-001A-D45B2543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CAA7A-4B76-9F29-5C73-4E3BD34A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7EAEB-1B2D-7F3A-56B1-C96BFB43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21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71D4-69A3-A748-C637-8683B80F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368B0-0192-58E0-63AC-FD8619443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081C0-4769-984A-CC3C-EBECFA5C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C988D-88C9-A509-F886-27F6B96CC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E6490-9849-85AA-5CA0-F267F01A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28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AD9A-F176-AB02-A06E-7F1A6C80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3C5E3-A902-DCF9-8CCE-75EBFDC6C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34BB1-6623-9FF1-E5BA-BBE0CE67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2D393-ACBB-DBA2-DF72-1B4FBCF0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4DC9D-2B6F-1FC0-53C5-C72050DE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38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77F9-F51E-B2E7-B35F-D276547B8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0BC70-9D25-7FE6-B005-8DE09DC09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DFBB00-523E-DC13-D85F-5FCE4C85B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00830-4600-1012-A7BD-3608547C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3C3E3-6CF4-99A7-5CF6-E6D0F90BC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F1C24-B5CA-99F2-D4DD-7DFFAF08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135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8CAA-C23B-E725-C410-06242B3D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4017D-2839-49A1-BAF0-FBD4C830B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96B0D-1947-40FD-0EF3-A746F247E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27F5A-EFC2-1154-CE6E-C7F7CA894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AB2B2-6934-AFF9-8114-5E34EE126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DDA03-205F-669F-4D1E-49396B0E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8064F-6A1B-FDEA-80F6-121AB556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9E522-7919-7E84-54BF-BC82925D7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908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070C-C2FC-C82C-15ED-201F9A8C9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6DFAE-3D1E-2377-24C4-7E6B3B8DE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182B3-2972-B5A3-6C47-8004EB194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EA019-8244-8201-5F4E-F70F79F1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35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18071-E0B6-C447-1608-4A2164F6B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043848-DDF2-4452-F11D-A2B8EFBDD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4A23D-116A-9AAD-097E-3C39459A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94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AF161-1A09-C3D6-5983-2D47BBDF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DDD18-F6AE-65D0-9A96-35AE69B31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72216-6896-7053-F551-29B6CABF9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AB05E-4E5A-9963-D9F0-DDFC3CF6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2E98A-52C8-E90B-9C44-A6E2CF07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CCB71-9CC4-7A71-82F4-3331CFFD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031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DDE3-2990-6511-6B27-A1C90719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46B15-3951-22DF-9052-C4B457850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9F95B-376D-C610-933C-3E1F6F00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9AE3F-4134-9919-1F65-6B92DB098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00CE5-B153-30E0-7FAC-DDD604EE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C2A7D-16DF-C347-4848-EDB63E9EF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44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5472C-B793-01EA-F5C2-9657FF71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32CBD-4B75-FC30-F95E-9198C82E3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AC8D0-AFBC-99E5-2C11-2F7961333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A1217-F747-D03B-1207-E9C46B1C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F1225-D33E-7256-B7D5-C0CB2487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36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D8366-553C-B7E1-70BA-F158054C32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2FA57-281B-2E3A-1424-AF0D1440B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6EF1C-8EFA-1C37-6E83-6F3AF6EE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3203B-3300-FA14-AE56-9E1D39AF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CA3F-44C5-6383-5812-1E630903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559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04ECE9-8F21-B7B5-2608-4E8FA78C2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B6931-5CF3-DAC5-8831-3C77FEC3C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6249D-3E1E-AF9B-ECC0-8C6976BF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88754-F119-46B3-854F-3AA8FC1F502A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1271D-C971-A917-09C7-457554EB6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DA23B-6693-BD4C-466C-44A14D37F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015E3-1F4F-456B-B3C3-FE05DAE3A5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893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av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eb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D1B4B7-3304-F045-03DA-1ABA5D229F0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93" y="0"/>
            <a:ext cx="9539288" cy="6669088"/>
          </a:xfrm>
        </p:spPr>
      </p:pic>
    </p:spTree>
    <p:extLst>
      <p:ext uri="{BB962C8B-B14F-4D97-AF65-F5344CB8AC3E}">
        <p14:creationId xmlns:p14="http://schemas.microsoft.com/office/powerpoint/2010/main" val="3398368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395218-2AEE-21D9-19A3-E8ADC06EB0D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1852" y="622170"/>
            <a:ext cx="10006323" cy="555479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500" b="1" dirty="0"/>
              <a:t>                                    Problem Statement</a:t>
            </a:r>
          </a:p>
          <a:p>
            <a:r>
              <a:rPr lang="en-US" dirty="0"/>
              <a:t>The dataset contains information about movies from different years, genres, budgets, revenues, ratings, and creators. </a:t>
            </a:r>
          </a:p>
          <a:p>
            <a:r>
              <a:rPr lang="en-US" dirty="0"/>
              <a:t>The goal is to understand patterns that influence a movie’s performance and identify the key factors that drive box-office success.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3500" b="1" dirty="0"/>
              <a:t>                                            Objectives</a:t>
            </a:r>
          </a:p>
          <a:p>
            <a:r>
              <a:rPr lang="en-US" dirty="0"/>
              <a:t>Analyze the distribution of movie ratings, genres, budgets, and earnings.</a:t>
            </a:r>
          </a:p>
          <a:p>
            <a:r>
              <a:rPr lang="en-US" dirty="0"/>
              <a:t>Identify trends in gross revenue over the years.</a:t>
            </a:r>
          </a:p>
          <a:p>
            <a:r>
              <a:rPr lang="en-US" dirty="0"/>
              <a:t>Measure the relationship between budget, gross earnings, votes, and scores.</a:t>
            </a:r>
          </a:p>
          <a:p>
            <a:r>
              <a:rPr lang="en-US" dirty="0"/>
              <a:t>Highlight top-performing directors and countries with the most movie output.</a:t>
            </a:r>
          </a:p>
          <a:p>
            <a:r>
              <a:rPr lang="en-US" dirty="0"/>
              <a:t>Detect data quality issues such as missing or inconsistent entries.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263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6D8D86-BD09-0952-289C-3F5D0CA1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468" y="1185257"/>
            <a:ext cx="10515600" cy="1325563"/>
          </a:xfrm>
        </p:spPr>
        <p:txBody>
          <a:bodyPr/>
          <a:lstStyle/>
          <a:p>
            <a:r>
              <a:rPr lang="en-US" b="1" dirty="0"/>
              <a:t>       Highest-Grossing Telugu Films in India</a:t>
            </a:r>
            <a:endParaRPr lang="en-IN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B6DFDDF-F54E-1109-53BD-D3E4D2456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08706"/>
            <a:ext cx="10515600" cy="238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52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888F2F5-AFA5-7371-81A6-5773757ED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High Correlation Between Budget and gross (Heat Map)</a:t>
            </a:r>
            <a:endParaRPr lang="en-IN" sz="24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D0EDE2-E0AF-15C8-7126-E1DF6DD59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8A61851-9EF4-77D0-72C9-CFF29C818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Insights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Budget and gross have a strong positive correlation (0.75).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Votes also correlate well with gross (0.63), meaning audience interest impacts earnings.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Score shows moderate correlation with votes but weak with gross.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Year and runtime have minimal influence.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349C7C-7435-6EF5-A37C-48DD01E7B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270379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8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48AA-2C92-667B-8B8F-C4D8348F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Movies Rating Distribution( Bar Chart)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50A0139-F112-4CD4-9C8D-D7AE3203DC3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16" r="2616"/>
          <a:stretch/>
        </p:blipFill>
        <p:spPr>
          <a:xfrm>
            <a:off x="5041786" y="992187"/>
            <a:ext cx="6172200" cy="487362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39B4E-86CF-7D1C-5C61-3D0B92A89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R-rated movies dominate the dataset with the highest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PG-13 and PG follow, showing strong representation of family and teen-friendly films.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few movies fall under G, NC-17, TV ratings, or “Approved.”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noticeable number of movies are marked as “Not Rated” or missing, indicating inconsistent rating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098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1DAD206-847B-796E-FF34-0187123C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Top 10 Directors by No. of Movies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5CFADF3-9EF3-9F24-70D5-7C8BB519E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913559"/>
            <a:ext cx="6172200" cy="3021356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18B91B9-08DB-B202-132D-D0601347F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Woody Allen appears most frequently in the dataset with the highest movie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Clint Eastwood and Steven Spielberg follow with strong representation.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entries like “Directors” indicate inconsistent or incorrect labeling in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shows only a small group of directors with very high output, while most others appear far less often.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123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681715A-AC1F-7F1F-6A86-65BFEED5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Gross Revenue by year(line chart</a:t>
            </a:r>
            <a:r>
              <a:rPr lang="en-IN" dirty="0"/>
              <a:t>)</a:t>
            </a:r>
            <a:endParaRPr lang="en-IN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C615D2A-C312-9AF8-0E6B-0AA3AF97B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183188" y="1483813"/>
            <a:ext cx="6172200" cy="388084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9A8EBD-116D-10E9-5CAD-3C513A3AA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Gross revenue shows a steady rise from the early 1980s to around 2018.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Growth accelerates sharply after the mid-2000s, indicating stronger box-office performance in recent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drops in 2020, likely linked to industry disruption and fewer theatrical releases.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overall trend confirms long-term improvement in movie earnings over the decades.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65143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2EAF2B5-FDAF-407C-391D-42FBEB00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Score vs Votes( Scatter Plot)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7AC7C36-E736-6BFE-3346-EB9DC55B2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183188" y="1362460"/>
            <a:ext cx="6172200" cy="4123554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B8CD29-848A-0FDC-F42C-03DE28704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Movies with higher vote counts usually have higher scores, showing a positive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Low-vote movies show wide score variation, indicating unstable or unreliable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High-score movies typically attract large audiences, leading to more votes.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Outliers exist: a few movies received many votes despite only average scores.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583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63B776-DA99-7002-F6C0-92B77789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26101" cy="1600200"/>
          </a:xfrm>
        </p:spPr>
        <p:txBody>
          <a:bodyPr>
            <a:normAutofit/>
          </a:bodyPr>
          <a:lstStyle/>
          <a:p>
            <a:r>
              <a:rPr lang="en-IN" b="1" dirty="0"/>
              <a:t>Budget vs Gross Earnings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F2A26EE-B363-D26D-F08B-CDB9F5DB9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5416152" y="1214129"/>
            <a:ext cx="5706271" cy="442021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077E02-D62D-7AF3-487B-402C4EAE7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budgets generally lead to higher gross earnings, showing a clear positive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Low-budget films show wide variability in earnings, meaning some small productions perform unexpectedly 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High-budget films cluster toward higher gross ranges, indicating stronger box-office reliability.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few outliers exist where large budgets did not translate into strong earnings.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143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6E5EC5D-99E2-95C2-6E68-FE6741198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41" y="959014"/>
            <a:ext cx="10515600" cy="1325563"/>
          </a:xfrm>
        </p:spPr>
        <p:txBody>
          <a:bodyPr/>
          <a:lstStyle/>
          <a:p>
            <a:r>
              <a:rPr lang="en-US" b="1" dirty="0"/>
              <a:t>                            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1D71A38-72AE-49BF-4F0F-864C20E72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 analysis highlights clear patterns in how movies perform. </a:t>
            </a:r>
          </a:p>
          <a:p>
            <a:r>
              <a:rPr lang="en-US" dirty="0"/>
              <a:t>Higher budgets generally lead to higher gross earnings, while audience engagement—measured through votes—aligns with stronger scores. </a:t>
            </a:r>
          </a:p>
          <a:p>
            <a:r>
              <a:rPr lang="en-US" dirty="0"/>
              <a:t>Revenue has grown steadily over the decades, with noticeable drops during industry disruptions. </a:t>
            </a:r>
          </a:p>
          <a:p>
            <a:r>
              <a:rPr lang="en-US" dirty="0"/>
              <a:t>Rating and genre distributions show that a few categories dominate production, and only a small group of directors appear consistently in the dataset. </a:t>
            </a:r>
          </a:p>
          <a:p>
            <a:r>
              <a:rPr lang="en-US" dirty="0"/>
              <a:t>Overall, the trends point to predictable relationships between budget, reception, and box-office performance, while also revealing data-quality gaps that need cleaning before deeper modeling.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8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8B98905-BF36-B6D4-251F-7547C02DFC5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521339"/>
          </a:xfrm>
        </p:spPr>
      </p:pic>
    </p:spTree>
    <p:extLst>
      <p:ext uri="{BB962C8B-B14F-4D97-AF65-F5344CB8AC3E}">
        <p14:creationId xmlns:p14="http://schemas.microsoft.com/office/powerpoint/2010/main" val="3283665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605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       Highest-Grossing Telugu Films in India</vt:lpstr>
      <vt:lpstr>High Correlation Between Budget and gross (Heat Map)</vt:lpstr>
      <vt:lpstr>Movies Rating Distribution( Bar Chart)</vt:lpstr>
      <vt:lpstr>Top 10 Directors by No. of Movies</vt:lpstr>
      <vt:lpstr>Gross Revenue by year(line chart)</vt:lpstr>
      <vt:lpstr>Score vs Votes( Scatter Plot)</vt:lpstr>
      <vt:lpstr>Budget vs Gross Earnings</vt:lpstr>
      <vt:lpstr>                            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reddy</dc:creator>
  <cp:lastModifiedBy>saikiran reddy</cp:lastModifiedBy>
  <cp:revision>3</cp:revision>
  <dcterms:created xsi:type="dcterms:W3CDTF">2025-11-23T11:21:17Z</dcterms:created>
  <dcterms:modified xsi:type="dcterms:W3CDTF">2025-11-25T06:15:07Z</dcterms:modified>
</cp:coreProperties>
</file>